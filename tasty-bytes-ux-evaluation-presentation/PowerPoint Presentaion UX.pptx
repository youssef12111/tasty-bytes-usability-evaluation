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2"/>
  </p:notesMasterIdLst>
  <p:handoutMasterIdLst>
    <p:handoutMasterId r:id="rId13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ssef Hegazi Youssef Elseisi (Student)" userId="93bf0494-e712-445a-9266-83a866ce4af2" providerId="ADAL" clId="{E2FAE004-51A5-4665-8554-BD727A6D42B4}"/>
    <pc:docChg chg="undo custSel modSld">
      <pc:chgData name="Youssef Hegazi Youssef Elseisi (Student)" userId="93bf0494-e712-445a-9266-83a866ce4af2" providerId="ADAL" clId="{E2FAE004-51A5-4665-8554-BD727A6D42B4}" dt="2025-03-25T05:12:08.214" v="153" actId="21"/>
      <pc:docMkLst>
        <pc:docMk/>
      </pc:docMkLst>
      <pc:sldChg chg="addSp modSp mod">
        <pc:chgData name="Youssef Hegazi Youssef Elseisi (Student)" userId="93bf0494-e712-445a-9266-83a866ce4af2" providerId="ADAL" clId="{E2FAE004-51A5-4665-8554-BD727A6D42B4}" dt="2025-03-25T05:12:08.214" v="153" actId="21"/>
        <pc:sldMkLst>
          <pc:docMk/>
          <pc:sldMk cId="191714609" sldId="258"/>
        </pc:sldMkLst>
      </pc:sldChg>
      <pc:sldChg chg="addSp modSp mod">
        <pc:chgData name="Youssef Hegazi Youssef Elseisi (Student)" userId="93bf0494-e712-445a-9266-83a866ce4af2" providerId="ADAL" clId="{E2FAE004-51A5-4665-8554-BD727A6D42B4}" dt="2025-03-25T04:51:14.713" v="20" actId="20577"/>
        <pc:sldMkLst>
          <pc:docMk/>
          <pc:sldMk cId="1107507791" sldId="259"/>
        </pc:sldMkLst>
      </pc:sldChg>
      <pc:sldChg chg="addSp modSp mod">
        <pc:chgData name="Youssef Hegazi Youssef Elseisi (Student)" userId="93bf0494-e712-445a-9266-83a866ce4af2" providerId="ADAL" clId="{E2FAE004-51A5-4665-8554-BD727A6D42B4}" dt="2025-03-25T05:03:10.113" v="44" actId="1076"/>
        <pc:sldMkLst>
          <pc:docMk/>
          <pc:sldMk cId="1310031619" sldId="260"/>
        </pc:sldMkLst>
        <pc:picChg chg="add mod">
          <ac:chgData name="Youssef Hegazi Youssef Elseisi (Student)" userId="93bf0494-e712-445a-9266-83a866ce4af2" providerId="ADAL" clId="{E2FAE004-51A5-4665-8554-BD727A6D42B4}" dt="2025-03-25T05:03:10.113" v="44" actId="1076"/>
          <ac:picMkLst>
            <pc:docMk/>
            <pc:sldMk cId="1310031619" sldId="260"/>
            <ac:picMk id="9" creationId="{68EA4191-F5CC-8551-8ACD-ABC53224BCDD}"/>
          </ac:picMkLst>
        </pc:picChg>
      </pc:sldChg>
      <pc:sldChg chg="addSp modSp mod">
        <pc:chgData name="Youssef Hegazi Youssef Elseisi (Student)" userId="93bf0494-e712-445a-9266-83a866ce4af2" providerId="ADAL" clId="{E2FAE004-51A5-4665-8554-BD727A6D42B4}" dt="2025-03-25T05:04:17.958" v="51" actId="1076"/>
        <pc:sldMkLst>
          <pc:docMk/>
          <pc:sldMk cId="1600860817" sldId="261"/>
        </pc:sldMkLst>
        <pc:picChg chg="add mod">
          <ac:chgData name="Youssef Hegazi Youssef Elseisi (Student)" userId="93bf0494-e712-445a-9266-83a866ce4af2" providerId="ADAL" clId="{E2FAE004-51A5-4665-8554-BD727A6D42B4}" dt="2025-03-25T05:04:17.958" v="51" actId="1076"/>
          <ac:picMkLst>
            <pc:docMk/>
            <pc:sldMk cId="1600860817" sldId="261"/>
            <ac:picMk id="11" creationId="{65CD0825-5C47-F24D-C70B-FAF3B2FDB6C0}"/>
          </ac:picMkLst>
        </pc:picChg>
      </pc:sldChg>
      <pc:sldChg chg="addSp delSp modSp mod">
        <pc:chgData name="Youssef Hegazi Youssef Elseisi (Student)" userId="93bf0494-e712-445a-9266-83a866ce4af2" providerId="ADAL" clId="{E2FAE004-51A5-4665-8554-BD727A6D42B4}" dt="2025-03-25T05:07:01.824" v="67" actId="1076"/>
        <pc:sldMkLst>
          <pc:docMk/>
          <pc:sldMk cId="254328484" sldId="262"/>
        </pc:sldMkLst>
        <pc:spChg chg="mod">
          <ac:chgData name="Youssef Hegazi Youssef Elseisi (Student)" userId="93bf0494-e712-445a-9266-83a866ce4af2" providerId="ADAL" clId="{E2FAE004-51A5-4665-8554-BD727A6D42B4}" dt="2025-03-25T05:06:17.883" v="61" actId="20577"/>
          <ac:spMkLst>
            <pc:docMk/>
            <pc:sldMk cId="254328484" sldId="262"/>
            <ac:spMk id="2" creationId="{6B1366FB-A3C4-5E5B-6E86-6F8F8E1E3345}"/>
          </ac:spMkLst>
        </pc:spChg>
        <pc:picChg chg="add mod">
          <ac:chgData name="Youssef Hegazi Youssef Elseisi (Student)" userId="93bf0494-e712-445a-9266-83a866ce4af2" providerId="ADAL" clId="{E2FAE004-51A5-4665-8554-BD727A6D42B4}" dt="2025-03-25T05:07:01.824" v="67" actId="1076"/>
          <ac:picMkLst>
            <pc:docMk/>
            <pc:sldMk cId="254328484" sldId="262"/>
            <ac:picMk id="8" creationId="{E3293A42-6518-C519-1A31-E8746EE89ACF}"/>
          </ac:picMkLst>
        </pc:picChg>
      </pc:sldChg>
      <pc:sldChg chg="addSp modSp mod">
        <pc:chgData name="Youssef Hegazi Youssef Elseisi (Student)" userId="93bf0494-e712-445a-9266-83a866ce4af2" providerId="ADAL" clId="{E2FAE004-51A5-4665-8554-BD727A6D42B4}" dt="2025-03-25T04:52:16.737" v="32"/>
        <pc:sldMkLst>
          <pc:docMk/>
          <pc:sldMk cId="2846361862" sldId="263"/>
        </pc:sldMkLst>
      </pc:sldChg>
      <pc:sldChg chg="addSp modSp mod">
        <pc:chgData name="Youssef Hegazi Youssef Elseisi (Student)" userId="93bf0494-e712-445a-9266-83a866ce4af2" providerId="ADAL" clId="{E2FAE004-51A5-4665-8554-BD727A6D42B4}" dt="2025-03-25T05:11:34.453" v="152" actId="14100"/>
        <pc:sldMkLst>
          <pc:docMk/>
          <pc:sldMk cId="2486739094" sldId="264"/>
        </pc:sldMkLst>
        <pc:spChg chg="mod">
          <ac:chgData name="Youssef Hegazi Youssef Elseisi (Student)" userId="93bf0494-e712-445a-9266-83a866ce4af2" providerId="ADAL" clId="{E2FAE004-51A5-4665-8554-BD727A6D42B4}" dt="2025-03-25T05:10:28.248" v="127" actId="1076"/>
          <ac:spMkLst>
            <pc:docMk/>
            <pc:sldMk cId="2486739094" sldId="264"/>
            <ac:spMk id="2" creationId="{369866CD-AE63-FFFE-17D9-321FFF5439B3}"/>
          </ac:spMkLst>
        </pc:spChg>
        <pc:spChg chg="mod">
          <ac:chgData name="Youssef Hegazi Youssef Elseisi (Student)" userId="93bf0494-e712-445a-9266-83a866ce4af2" providerId="ADAL" clId="{E2FAE004-51A5-4665-8554-BD727A6D42B4}" dt="2025-03-25T05:10:50.699" v="146" actId="1036"/>
          <ac:spMkLst>
            <pc:docMk/>
            <pc:sldMk cId="2486739094" sldId="264"/>
            <ac:spMk id="4" creationId="{0657B6B0-AD8F-C902-A1E2-D1572B53B4C6}"/>
          </ac:spMkLst>
        </pc:spChg>
        <pc:spChg chg="mod">
          <ac:chgData name="Youssef Hegazi Youssef Elseisi (Student)" userId="93bf0494-e712-445a-9266-83a866ce4af2" providerId="ADAL" clId="{E2FAE004-51A5-4665-8554-BD727A6D42B4}" dt="2025-03-25T05:10:24.372" v="126" actId="1076"/>
          <ac:spMkLst>
            <pc:docMk/>
            <pc:sldMk cId="2486739094" sldId="264"/>
            <ac:spMk id="5" creationId="{BA103582-2AC4-6983-7405-06D5B870694E}"/>
          </ac:spMkLst>
        </pc:spChg>
        <pc:picChg chg="add mod">
          <ac:chgData name="Youssef Hegazi Youssef Elseisi (Student)" userId="93bf0494-e712-445a-9266-83a866ce4af2" providerId="ADAL" clId="{E2FAE004-51A5-4665-8554-BD727A6D42B4}" dt="2025-03-25T05:09:43.115" v="118" actId="1076"/>
          <ac:picMkLst>
            <pc:docMk/>
            <pc:sldMk cId="2486739094" sldId="264"/>
            <ac:picMk id="8" creationId="{2E8DCA3A-4CCF-B82C-18C5-3D81009E0A32}"/>
          </ac:picMkLst>
        </pc:picChg>
        <pc:picChg chg="add mod">
          <ac:chgData name="Youssef Hegazi Youssef Elseisi (Student)" userId="93bf0494-e712-445a-9266-83a866ce4af2" providerId="ADAL" clId="{E2FAE004-51A5-4665-8554-BD727A6D42B4}" dt="2025-03-25T05:09:34.269" v="117" actId="1076"/>
          <ac:picMkLst>
            <pc:docMk/>
            <pc:sldMk cId="2486739094" sldId="264"/>
            <ac:picMk id="10" creationId="{AF868E4B-1315-5C17-4925-A490E13B77D2}"/>
          </ac:picMkLst>
        </pc:picChg>
        <pc:picChg chg="add mod">
          <ac:chgData name="Youssef Hegazi Youssef Elseisi (Student)" userId="93bf0494-e712-445a-9266-83a866ce4af2" providerId="ADAL" clId="{E2FAE004-51A5-4665-8554-BD727A6D42B4}" dt="2025-03-25T05:11:34.453" v="152" actId="14100"/>
          <ac:picMkLst>
            <pc:docMk/>
            <pc:sldMk cId="2486739094" sldId="264"/>
            <ac:picMk id="12" creationId="{C7A1D3CA-6EE1-F5CC-55B7-1C8A2CA7DF70}"/>
          </ac:picMkLst>
        </pc:picChg>
      </pc:sldChg>
      <pc:sldChg chg="addSp modSp mod">
        <pc:chgData name="Youssef Hegazi Youssef Elseisi (Student)" userId="93bf0494-e712-445a-9266-83a866ce4af2" providerId="ADAL" clId="{E2FAE004-51A5-4665-8554-BD727A6D42B4}" dt="2025-03-25T04:52:40.246" v="38"/>
        <pc:sldMkLst>
          <pc:docMk/>
          <pc:sldMk cId="2336651189" sldId="265"/>
        </pc:sldMkLst>
      </pc:sldChg>
    </pc:docChg>
  </pc:docChgLst>
  <pc:docChgLst>
    <pc:chgData name="Youssef Hegazi Youssef Elseisi (Student)" userId="S::yhyelseisi@uclan.ac.uk::93bf0494-e712-445a-9266-83a866ce4af2" providerId="AD" clId="Web-{DBA389DE-7360-BC55-6103-AD2A45465B2C}"/>
    <pc:docChg chg="modSld">
      <pc:chgData name="Youssef Hegazi Youssef Elseisi (Student)" userId="S::yhyelseisi@uclan.ac.uk::93bf0494-e712-445a-9266-83a866ce4af2" providerId="AD" clId="Web-{DBA389DE-7360-BC55-6103-AD2A45465B2C}" dt="2025-03-26T10:40:45.138" v="91" actId="14100"/>
      <pc:docMkLst>
        <pc:docMk/>
      </pc:docMkLst>
      <pc:sldChg chg="modSp">
        <pc:chgData name="Youssef Hegazi Youssef Elseisi (Student)" userId="S::yhyelseisi@uclan.ac.uk::93bf0494-e712-445a-9266-83a866ce4af2" providerId="AD" clId="Web-{DBA389DE-7360-BC55-6103-AD2A45465B2C}" dt="2025-03-26T10:30:48.823" v="7" actId="20577"/>
        <pc:sldMkLst>
          <pc:docMk/>
          <pc:sldMk cId="1107507791" sldId="259"/>
        </pc:sldMkLst>
        <pc:spChg chg="mod">
          <ac:chgData name="Youssef Hegazi Youssef Elseisi (Student)" userId="S::yhyelseisi@uclan.ac.uk::93bf0494-e712-445a-9266-83a866ce4af2" providerId="AD" clId="Web-{DBA389DE-7360-BC55-6103-AD2A45465B2C}" dt="2025-03-26T10:30:48.823" v="7" actId="20577"/>
          <ac:spMkLst>
            <pc:docMk/>
            <pc:sldMk cId="1107507791" sldId="259"/>
            <ac:spMk id="5" creationId="{8E156EE3-311C-C3E4-024B-A927C3B61759}"/>
          </ac:spMkLst>
        </pc:spChg>
      </pc:sldChg>
      <pc:sldChg chg="addSp modSp">
        <pc:chgData name="Youssef Hegazi Youssef Elseisi (Student)" userId="S::yhyelseisi@uclan.ac.uk::93bf0494-e712-445a-9266-83a866ce4af2" providerId="AD" clId="Web-{DBA389DE-7360-BC55-6103-AD2A45465B2C}" dt="2025-03-26T10:32:03.611" v="18" actId="1076"/>
        <pc:sldMkLst>
          <pc:docMk/>
          <pc:sldMk cId="1310031619" sldId="260"/>
        </pc:sldMkLst>
        <pc:spChg chg="add mod">
          <ac:chgData name="Youssef Hegazi Youssef Elseisi (Student)" userId="S::yhyelseisi@uclan.ac.uk::93bf0494-e712-445a-9266-83a866ce4af2" providerId="AD" clId="Web-{DBA389DE-7360-BC55-6103-AD2A45465B2C}" dt="2025-03-26T10:32:03.611" v="18" actId="1076"/>
          <ac:spMkLst>
            <pc:docMk/>
            <pc:sldMk cId="1310031619" sldId="260"/>
            <ac:spMk id="3" creationId="{202844B2-CD25-9AE1-5BD4-C44EB810D682}"/>
          </ac:spMkLst>
        </pc:spChg>
      </pc:sldChg>
      <pc:sldChg chg="addSp modSp">
        <pc:chgData name="Youssef Hegazi Youssef Elseisi (Student)" userId="S::yhyelseisi@uclan.ac.uk::93bf0494-e712-445a-9266-83a866ce4af2" providerId="AD" clId="Web-{DBA389DE-7360-BC55-6103-AD2A45465B2C}" dt="2025-03-26T10:32:56.521" v="28" actId="1076"/>
        <pc:sldMkLst>
          <pc:docMk/>
          <pc:sldMk cId="1600860817" sldId="261"/>
        </pc:sldMkLst>
        <pc:spChg chg="add mod">
          <ac:chgData name="Youssef Hegazi Youssef Elseisi (Student)" userId="S::yhyelseisi@uclan.ac.uk::93bf0494-e712-445a-9266-83a866ce4af2" providerId="AD" clId="Web-{DBA389DE-7360-BC55-6103-AD2A45465B2C}" dt="2025-03-26T10:32:56.521" v="28" actId="1076"/>
          <ac:spMkLst>
            <pc:docMk/>
            <pc:sldMk cId="1600860817" sldId="261"/>
            <ac:spMk id="3" creationId="{4344219A-0D8B-8EAC-C021-9690FB8ED69C}"/>
          </ac:spMkLst>
        </pc:spChg>
        <pc:picChg chg="mod">
          <ac:chgData name="Youssef Hegazi Youssef Elseisi (Student)" userId="S::yhyelseisi@uclan.ac.uk::93bf0494-e712-445a-9266-83a866ce4af2" providerId="AD" clId="Web-{DBA389DE-7360-BC55-6103-AD2A45465B2C}" dt="2025-03-26T10:32:42.505" v="23" actId="1076"/>
          <ac:picMkLst>
            <pc:docMk/>
            <pc:sldMk cId="1600860817" sldId="261"/>
            <ac:picMk id="11" creationId="{65CD0825-5C47-F24D-C70B-FAF3B2FDB6C0}"/>
          </ac:picMkLst>
        </pc:picChg>
      </pc:sldChg>
      <pc:sldChg chg="addSp modSp">
        <pc:chgData name="Youssef Hegazi Youssef Elseisi (Student)" userId="S::yhyelseisi@uclan.ac.uk::93bf0494-e712-445a-9266-83a866ce4af2" providerId="AD" clId="Web-{DBA389DE-7360-BC55-6103-AD2A45465B2C}" dt="2025-03-26T10:33:50.979" v="34" actId="1076"/>
        <pc:sldMkLst>
          <pc:docMk/>
          <pc:sldMk cId="254328484" sldId="262"/>
        </pc:sldMkLst>
        <pc:spChg chg="add mod">
          <ac:chgData name="Youssef Hegazi Youssef Elseisi (Student)" userId="S::yhyelseisi@uclan.ac.uk::93bf0494-e712-445a-9266-83a866ce4af2" providerId="AD" clId="Web-{DBA389DE-7360-BC55-6103-AD2A45465B2C}" dt="2025-03-26T10:33:50.979" v="34" actId="1076"/>
          <ac:spMkLst>
            <pc:docMk/>
            <pc:sldMk cId="254328484" sldId="262"/>
            <ac:spMk id="4" creationId="{AF21F509-7D7F-E89B-40E7-8C6B9E94057A}"/>
          </ac:spMkLst>
        </pc:spChg>
      </pc:sldChg>
      <pc:sldChg chg="addSp modSp">
        <pc:chgData name="Youssef Hegazi Youssef Elseisi (Student)" userId="S::yhyelseisi@uclan.ac.uk::93bf0494-e712-445a-9266-83a866ce4af2" providerId="AD" clId="Web-{DBA389DE-7360-BC55-6103-AD2A45465B2C}" dt="2025-03-26T10:34:45.530" v="40" actId="1076"/>
        <pc:sldMkLst>
          <pc:docMk/>
          <pc:sldMk cId="2846361862" sldId="263"/>
        </pc:sldMkLst>
        <pc:spChg chg="add mod">
          <ac:chgData name="Youssef Hegazi Youssef Elseisi (Student)" userId="S::yhyelseisi@uclan.ac.uk::93bf0494-e712-445a-9266-83a866ce4af2" providerId="AD" clId="Web-{DBA389DE-7360-BC55-6103-AD2A45465B2C}" dt="2025-03-26T10:34:45.530" v="40" actId="1076"/>
          <ac:spMkLst>
            <pc:docMk/>
            <pc:sldMk cId="2846361862" sldId="263"/>
            <ac:spMk id="6" creationId="{3F63EBDE-2510-3527-793E-18FA7384D7D3}"/>
          </ac:spMkLst>
        </pc:spChg>
      </pc:sldChg>
      <pc:sldChg chg="addSp modSp">
        <pc:chgData name="Youssef Hegazi Youssef Elseisi (Student)" userId="S::yhyelseisi@uclan.ac.uk::93bf0494-e712-445a-9266-83a866ce4af2" providerId="AD" clId="Web-{DBA389DE-7360-BC55-6103-AD2A45465B2C}" dt="2025-03-26T10:37:50.139" v="77" actId="20577"/>
        <pc:sldMkLst>
          <pc:docMk/>
          <pc:sldMk cId="2486739094" sldId="264"/>
        </pc:sldMkLst>
        <pc:spChg chg="add mod">
          <ac:chgData name="Youssef Hegazi Youssef Elseisi (Student)" userId="S::yhyelseisi@uclan.ac.uk::93bf0494-e712-445a-9266-83a866ce4af2" providerId="AD" clId="Web-{DBA389DE-7360-BC55-6103-AD2A45465B2C}" dt="2025-03-26T10:37:50.139" v="77" actId="20577"/>
          <ac:spMkLst>
            <pc:docMk/>
            <pc:sldMk cId="2486739094" sldId="264"/>
            <ac:spMk id="3" creationId="{E6FA353D-C472-7B72-0B35-B6F5B54961BA}"/>
          </ac:spMkLst>
        </pc:spChg>
      </pc:sldChg>
      <pc:sldChg chg="addSp modSp">
        <pc:chgData name="Youssef Hegazi Youssef Elseisi (Student)" userId="S::yhyelseisi@uclan.ac.uk::93bf0494-e712-445a-9266-83a866ce4af2" providerId="AD" clId="Web-{DBA389DE-7360-BC55-6103-AD2A45465B2C}" dt="2025-03-26T10:36:29.461" v="52" actId="1076"/>
        <pc:sldMkLst>
          <pc:docMk/>
          <pc:sldMk cId="2336651189" sldId="265"/>
        </pc:sldMkLst>
        <pc:spChg chg="add mod">
          <ac:chgData name="Youssef Hegazi Youssef Elseisi (Student)" userId="S::yhyelseisi@uclan.ac.uk::93bf0494-e712-445a-9266-83a866ce4af2" providerId="AD" clId="Web-{DBA389DE-7360-BC55-6103-AD2A45465B2C}" dt="2025-03-26T10:36:29.461" v="52" actId="1076"/>
          <ac:spMkLst>
            <pc:docMk/>
            <pc:sldMk cId="2336651189" sldId="265"/>
            <ac:spMk id="4" creationId="{810153F3-6D62-4047-DF86-A490C9F11BDC}"/>
          </ac:spMkLst>
        </pc:spChg>
      </pc:sldChg>
      <pc:sldChg chg="addSp modSp">
        <pc:chgData name="Youssef Hegazi Youssef Elseisi (Student)" userId="S::yhyelseisi@uclan.ac.uk::93bf0494-e712-445a-9266-83a866ce4af2" providerId="AD" clId="Web-{DBA389DE-7360-BC55-6103-AD2A45465B2C}" dt="2025-03-26T10:40:45.138" v="91" actId="14100"/>
        <pc:sldMkLst>
          <pc:docMk/>
          <pc:sldMk cId="4000183071" sldId="266"/>
        </pc:sldMkLst>
        <pc:spChg chg="mod">
          <ac:chgData name="Youssef Hegazi Youssef Elseisi (Student)" userId="S::yhyelseisi@uclan.ac.uk::93bf0494-e712-445a-9266-83a866ce4af2" providerId="AD" clId="Web-{DBA389DE-7360-BC55-6103-AD2A45465B2C}" dt="2025-03-26T10:40:31.528" v="89" actId="20577"/>
          <ac:spMkLst>
            <pc:docMk/>
            <pc:sldMk cId="4000183071" sldId="266"/>
            <ac:spMk id="2" creationId="{3E09EBCF-6F6C-E626-512A-D21F10D9E688}"/>
          </ac:spMkLst>
        </pc:spChg>
        <pc:spChg chg="add mod">
          <ac:chgData name="Youssef Hegazi Youssef Elseisi (Student)" userId="S::yhyelseisi@uclan.ac.uk::93bf0494-e712-445a-9266-83a866ce4af2" providerId="AD" clId="Web-{DBA389DE-7360-BC55-6103-AD2A45465B2C}" dt="2025-03-26T10:40:45.138" v="91" actId="14100"/>
          <ac:spMkLst>
            <pc:docMk/>
            <pc:sldMk cId="4000183071" sldId="266"/>
            <ac:spMk id="4" creationId="{5E9086BA-B7B3-75B7-9F64-255AEDD932CC}"/>
          </ac:spMkLst>
        </pc:spChg>
      </pc:sldChg>
    </pc:docChg>
  </pc:docChgLst>
  <pc:docChgLst>
    <pc:chgData name="Youssef Hegazi Youssef Elseisi (Student)" userId="93bf0494-e712-445a-9266-83a866ce4af2" providerId="ADAL" clId="{FE8E22A1-5460-49F6-8B0D-CD96D4C7FBA1}"/>
    <pc:docChg chg="modSld">
      <pc:chgData name="Youssef Hegazi Youssef Elseisi (Student)" userId="93bf0494-e712-445a-9266-83a866ce4af2" providerId="ADAL" clId="{FE8E22A1-5460-49F6-8B0D-CD96D4C7FBA1}" dt="2025-03-29T12:39:11.699" v="0" actId="20577"/>
      <pc:docMkLst>
        <pc:docMk/>
      </pc:docMkLst>
      <pc:sldChg chg="modSp mod">
        <pc:chgData name="Youssef Hegazi Youssef Elseisi (Student)" userId="93bf0494-e712-445a-9266-83a866ce4af2" providerId="ADAL" clId="{FE8E22A1-5460-49F6-8B0D-CD96D4C7FBA1}" dt="2025-03-29T12:39:11.699" v="0" actId="20577"/>
        <pc:sldMkLst>
          <pc:docMk/>
          <pc:sldMk cId="4000183071" sldId="266"/>
        </pc:sldMkLst>
        <pc:spChg chg="mod">
          <ac:chgData name="Youssef Hegazi Youssef Elseisi (Student)" userId="93bf0494-e712-445a-9266-83a866ce4af2" providerId="ADAL" clId="{FE8E22A1-5460-49F6-8B0D-CD96D4C7FBA1}" dt="2025-03-29T12:39:11.699" v="0" actId="20577"/>
          <ac:spMkLst>
            <pc:docMk/>
            <pc:sldMk cId="4000183071" sldId="266"/>
            <ac:spMk id="4" creationId="{5E9086BA-B7B3-75B7-9F64-255AEDD932CC}"/>
          </ac:spMkLst>
        </pc:spChg>
      </pc:sldChg>
    </pc:docChg>
  </pc:docChgLst>
  <pc:docChgLst>
    <pc:chgData name="Youssef Hegazi Youssef Elseisi (Student)" userId="S::yhyelseisi@uclan.ac.uk::93bf0494-e712-445a-9266-83a866ce4af2" providerId="AD" clId="Web-{4D6CA000-2C21-84B3-3977-8FCF5B4C13C0}"/>
    <pc:docChg chg="modSld">
      <pc:chgData name="Youssef Hegazi Youssef Elseisi (Student)" userId="S::yhyelseisi@uclan.ac.uk::93bf0494-e712-445a-9266-83a866ce4af2" providerId="AD" clId="Web-{4D6CA000-2C21-84B3-3977-8FCF5B4C13C0}" dt="2025-03-26T10:24:24.598" v="46" actId="14100"/>
      <pc:docMkLst>
        <pc:docMk/>
      </pc:docMkLst>
      <pc:sldChg chg="addSp delSp modSp">
        <pc:chgData name="Youssef Hegazi Youssef Elseisi (Student)" userId="S::yhyelseisi@uclan.ac.uk::93bf0494-e712-445a-9266-83a866ce4af2" providerId="AD" clId="Web-{4D6CA000-2C21-84B3-3977-8FCF5B4C13C0}" dt="2025-03-26T10:23:46.097" v="39" actId="14100"/>
        <pc:sldMkLst>
          <pc:docMk/>
          <pc:sldMk cId="191714609" sldId="258"/>
        </pc:sldMkLst>
        <pc:spChg chg="add mod">
          <ac:chgData name="Youssef Hegazi Youssef Elseisi (Student)" userId="S::yhyelseisi@uclan.ac.uk::93bf0494-e712-445a-9266-83a866ce4af2" providerId="AD" clId="Web-{4D6CA000-2C21-84B3-3977-8FCF5B4C13C0}" dt="2025-03-26T10:23:46.097" v="39" actId="14100"/>
          <ac:spMkLst>
            <pc:docMk/>
            <pc:sldMk cId="191714609" sldId="258"/>
            <ac:spMk id="4" creationId="{1760EF68-7A48-A94A-BC0A-6104E7B7FB68}"/>
          </ac:spMkLst>
        </pc:spChg>
      </pc:sldChg>
      <pc:sldChg chg="addSp delSp modSp">
        <pc:chgData name="Youssef Hegazi Youssef Elseisi (Student)" userId="S::yhyelseisi@uclan.ac.uk::93bf0494-e712-445a-9266-83a866ce4af2" providerId="AD" clId="Web-{4D6CA000-2C21-84B3-3977-8FCF5B4C13C0}" dt="2025-03-26T10:24:24.598" v="46" actId="14100"/>
        <pc:sldMkLst>
          <pc:docMk/>
          <pc:sldMk cId="1107507791" sldId="259"/>
        </pc:sldMkLst>
        <pc:spChg chg="add mod">
          <ac:chgData name="Youssef Hegazi Youssef Elseisi (Student)" userId="S::yhyelseisi@uclan.ac.uk::93bf0494-e712-445a-9266-83a866ce4af2" providerId="AD" clId="Web-{4D6CA000-2C21-84B3-3977-8FCF5B4C13C0}" dt="2025-03-26T10:24:24.598" v="46" actId="14100"/>
          <ac:spMkLst>
            <pc:docMk/>
            <pc:sldMk cId="1107507791" sldId="259"/>
            <ac:spMk id="5" creationId="{8E156EE3-311C-C3E4-024B-A927C3B61759}"/>
          </ac:spMkLst>
        </pc:spChg>
      </pc:sldChg>
      <pc:sldChg chg="delSp modSp">
        <pc:chgData name="Youssef Hegazi Youssef Elseisi (Student)" userId="S::yhyelseisi@uclan.ac.uk::93bf0494-e712-445a-9266-83a866ce4af2" providerId="AD" clId="Web-{4D6CA000-2C21-84B3-3977-8FCF5B4C13C0}" dt="2025-03-26T10:15:22.719" v="8"/>
        <pc:sldMkLst>
          <pc:docMk/>
          <pc:sldMk cId="1310031619" sldId="260"/>
        </pc:sldMkLst>
      </pc:sldChg>
      <pc:sldChg chg="delSp modSp">
        <pc:chgData name="Youssef Hegazi Youssef Elseisi (Student)" userId="S::yhyelseisi@uclan.ac.uk::93bf0494-e712-445a-9266-83a866ce4af2" providerId="AD" clId="Web-{4D6CA000-2C21-84B3-3977-8FCF5B4C13C0}" dt="2025-03-26T10:15:26.657" v="11"/>
        <pc:sldMkLst>
          <pc:docMk/>
          <pc:sldMk cId="1600860817" sldId="261"/>
        </pc:sldMkLst>
      </pc:sldChg>
      <pc:sldChg chg="delSp modSp">
        <pc:chgData name="Youssef Hegazi Youssef Elseisi (Student)" userId="S::yhyelseisi@uclan.ac.uk::93bf0494-e712-445a-9266-83a866ce4af2" providerId="AD" clId="Web-{4D6CA000-2C21-84B3-3977-8FCF5B4C13C0}" dt="2025-03-26T10:15:30.563" v="14"/>
        <pc:sldMkLst>
          <pc:docMk/>
          <pc:sldMk cId="254328484" sldId="262"/>
        </pc:sldMkLst>
      </pc:sldChg>
      <pc:sldChg chg="delSp modSp">
        <pc:chgData name="Youssef Hegazi Youssef Elseisi (Student)" userId="S::yhyelseisi@uclan.ac.uk::93bf0494-e712-445a-9266-83a866ce4af2" providerId="AD" clId="Web-{4D6CA000-2C21-84B3-3977-8FCF5B4C13C0}" dt="2025-03-26T10:15:34.688" v="17"/>
        <pc:sldMkLst>
          <pc:docMk/>
          <pc:sldMk cId="2846361862" sldId="263"/>
        </pc:sldMkLst>
      </pc:sldChg>
      <pc:sldChg chg="delSp modSp">
        <pc:chgData name="Youssef Hegazi Youssef Elseisi (Student)" userId="S::yhyelseisi@uclan.ac.uk::93bf0494-e712-445a-9266-83a866ce4af2" providerId="AD" clId="Web-{4D6CA000-2C21-84B3-3977-8FCF5B4C13C0}" dt="2025-03-26T10:15:38.720" v="20"/>
        <pc:sldMkLst>
          <pc:docMk/>
          <pc:sldMk cId="2486739094" sldId="264"/>
        </pc:sldMkLst>
      </pc:sldChg>
      <pc:sldChg chg="delSp modSp">
        <pc:chgData name="Youssef Hegazi Youssef Elseisi (Student)" userId="S::yhyelseisi@uclan.ac.uk::93bf0494-e712-445a-9266-83a866ce4af2" providerId="AD" clId="Web-{4D6CA000-2C21-84B3-3977-8FCF5B4C13C0}" dt="2025-03-26T10:15:44.673" v="23"/>
        <pc:sldMkLst>
          <pc:docMk/>
          <pc:sldMk cId="2336651189" sldId="265"/>
        </pc:sldMkLst>
      </pc:sldChg>
      <pc:sldChg chg="addSp delSp modSp">
        <pc:chgData name="Youssef Hegazi Youssef Elseisi (Student)" userId="S::yhyelseisi@uclan.ac.uk::93bf0494-e712-445a-9266-83a866ce4af2" providerId="AD" clId="Web-{4D6CA000-2C21-84B3-3977-8FCF5B4C13C0}" dt="2025-03-26T10:22:40.376" v="27"/>
        <pc:sldMkLst>
          <pc:docMk/>
          <pc:sldMk cId="4000183071" sldId="2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1B8F1DB-4322-411D-BE1D-800208928B76}" type="datetime1">
              <a:rPr lang="en-US" smtClean="0"/>
              <a:t>3/29/2025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1FDFBCE-9522-474A-B58A-C4B46B53DA6F}" type="datetime1">
              <a:rPr lang="en-US" smtClean="0"/>
              <a:t>3/29/2025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  <a:endParaRPr lang="en-US"/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ar-SA"/>
              <a:t>انقر لتحرير نمط العنوان الفرعي للشكل الرئيسي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EAE40C9-D0BC-431E-94CA-3A0AFB9CF2DC}" type="datetime1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ar-SA"/>
              <a:t>انقر لتحرير أنماط نص الشكل الرئيسي</a:t>
            </a:r>
          </a:p>
          <a:p>
            <a:pPr lvl="1" rtl="0"/>
            <a:r>
              <a:rPr lang="ar-SA"/>
              <a:t>المستوى الثاني</a:t>
            </a:r>
          </a:p>
          <a:p>
            <a:pPr lvl="2" rtl="0"/>
            <a:r>
              <a:rPr lang="ar-SA"/>
              <a:t>المستوى الثالث</a:t>
            </a:r>
          </a:p>
          <a:p>
            <a:pPr lvl="3" rtl="0"/>
            <a:r>
              <a:rPr lang="ar-SA"/>
              <a:t>المستوى الرابع</a:t>
            </a:r>
          </a:p>
          <a:p>
            <a:pPr lvl="4" rtl="0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C8693B-3DD6-45FE-8789-61898B52A928}" type="datetime1">
              <a:rPr lang="en-US" smtClean="0"/>
              <a:t>3/29/2025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153D3D-6C97-4D7F-B772-F372108194EF}" type="datetime1">
              <a:rPr lang="en-US" smtClean="0"/>
              <a:t>3/29/2025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ar-SA"/>
              <a:t>انقر لتحرير أنماط نص الشكل الرئيسي</a:t>
            </a:r>
          </a:p>
          <a:p>
            <a:pPr lvl="1" rtl="0"/>
            <a:r>
              <a:rPr lang="ar-SA"/>
              <a:t>المستوى الثاني</a:t>
            </a:r>
          </a:p>
          <a:p>
            <a:pPr lvl="2" rtl="0"/>
            <a:r>
              <a:rPr lang="ar-SA"/>
              <a:t>المستوى الثالث</a:t>
            </a:r>
          </a:p>
          <a:p>
            <a:pPr lvl="3" rtl="0"/>
            <a:r>
              <a:rPr lang="ar-SA"/>
              <a:t>المستوى الرابع</a:t>
            </a:r>
          </a:p>
          <a:p>
            <a:pPr lvl="4" rtl="0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ar-SA"/>
              <a:t>انقر لتحرير أنماط نص الشكل الرئيسي</a:t>
            </a:r>
          </a:p>
          <a:p>
            <a:pPr lvl="1" rtl="0"/>
            <a:r>
              <a:rPr lang="ar-SA"/>
              <a:t>المستوى الثاني</a:t>
            </a:r>
          </a:p>
          <a:p>
            <a:pPr lvl="2" rtl="0"/>
            <a:r>
              <a:rPr lang="ar-SA"/>
              <a:t>المستوى الثالث</a:t>
            </a:r>
          </a:p>
          <a:p>
            <a:pPr lvl="3" rtl="0"/>
            <a:r>
              <a:rPr lang="ar-SA"/>
              <a:t>المستوى الرابع</a:t>
            </a:r>
          </a:p>
          <a:p>
            <a:pPr lvl="4" rtl="0"/>
            <a:r>
              <a:rPr lang="ar-SA"/>
              <a:t>المستوى الخامس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98EE32-EA07-47DB-A8CB-BEEA4248E79E}" type="datetime1">
              <a:rPr lang="en-US" smtClean="0"/>
              <a:t>3/29/2025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ar-SA"/>
              <a:t>انقر لتحرير أنماط نص الشكل الرئيسي</a:t>
            </a:r>
          </a:p>
          <a:p>
            <a:pPr lvl="1" rtl="0"/>
            <a:r>
              <a:rPr lang="ar-SA"/>
              <a:t>المستوى الثاني</a:t>
            </a:r>
          </a:p>
          <a:p>
            <a:pPr lvl="2" rtl="0"/>
            <a:r>
              <a:rPr lang="ar-SA"/>
              <a:t>المستوى الثالث</a:t>
            </a:r>
          </a:p>
          <a:p>
            <a:pPr lvl="3" rtl="0"/>
            <a:r>
              <a:rPr lang="ar-SA"/>
              <a:t>المستوى الرابع</a:t>
            </a:r>
          </a:p>
          <a:p>
            <a:pPr lvl="4" rtl="0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ar-SA"/>
              <a:t>انقر لتحرير أنماط نص الشكل الرئيسي</a:t>
            </a:r>
          </a:p>
          <a:p>
            <a:pPr lvl="1" rtl="0"/>
            <a:r>
              <a:rPr lang="ar-SA"/>
              <a:t>المستوى الثاني</a:t>
            </a:r>
          </a:p>
          <a:p>
            <a:pPr lvl="2" rtl="0"/>
            <a:r>
              <a:rPr lang="ar-SA"/>
              <a:t>المستوى الثالث</a:t>
            </a:r>
          </a:p>
          <a:p>
            <a:pPr lvl="3" rtl="0"/>
            <a:r>
              <a:rPr lang="ar-SA"/>
              <a:t>المستوى الرابع</a:t>
            </a:r>
          </a:p>
          <a:p>
            <a:pPr lvl="4" rtl="0"/>
            <a:r>
              <a:rPr lang="ar-SA"/>
              <a:t>المستوى الخامس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8F3DCD7-2315-4B3C-A783-152D4A0443CE}" type="datetime1">
              <a:rPr lang="en-US" smtClean="0"/>
              <a:t>3/29/2025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4CA0E2-3171-4709-80F4-3E7D9CEDA1F5}" type="datetime1">
              <a:rPr lang="en-US" smtClean="0"/>
              <a:t>3/29/2025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FE2A55-4918-4B78-B4C1-223F7257E9CD}" type="datetime1">
              <a:rPr lang="en-US" smtClean="0"/>
              <a:t>3/29/2025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ar-SA"/>
              <a:t>انقر لتحرير أنماط نص الشكل الرئيسي</a:t>
            </a:r>
          </a:p>
          <a:p>
            <a:pPr lvl="1" rtl="0"/>
            <a:r>
              <a:rPr lang="ar-SA"/>
              <a:t>المستوى الثاني</a:t>
            </a:r>
          </a:p>
          <a:p>
            <a:pPr lvl="2" rtl="0"/>
            <a:r>
              <a:rPr lang="ar-SA"/>
              <a:t>المستوى الثالث</a:t>
            </a:r>
          </a:p>
          <a:p>
            <a:pPr lvl="3" rtl="0"/>
            <a:r>
              <a:rPr lang="ar-SA"/>
              <a:t>المستوى الرابع</a:t>
            </a:r>
          </a:p>
          <a:p>
            <a:pPr lvl="4" rtl="0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5D2B994F-6814-42FC-A99F-20C3AC32CA91}" type="datetime1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ar-SA"/>
              <a:t>انقر فوق الأيقونة لإضافة صورة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FE6B8DD-2C22-484C-9134-B065A54C675C}" type="datetime1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ar-SA"/>
              <a:t>انقر لتحرير أنماط نص الشكل الرئيسي</a:t>
            </a:r>
          </a:p>
          <a:p>
            <a:pPr lvl="1" rtl="0"/>
            <a:r>
              <a:rPr lang="ar-SA"/>
              <a:t>المستوى الثاني</a:t>
            </a:r>
          </a:p>
          <a:p>
            <a:pPr lvl="2" rtl="0"/>
            <a:r>
              <a:rPr lang="ar-SA"/>
              <a:t>المستوى الثالث</a:t>
            </a:r>
          </a:p>
          <a:p>
            <a:pPr lvl="3" rtl="0"/>
            <a:r>
              <a:rPr lang="ar-SA"/>
              <a:t>المستوى الرابع</a:t>
            </a:r>
          </a:p>
          <a:p>
            <a:pPr lvl="4" rtl="0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8ACE20-7520-4CBD-AF10-4181E484D505}" type="datetime1">
              <a:rPr lang="en-US" smtClean="0"/>
              <a:t>3/29/2025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ar-SA"/>
              <a:t>انقر لتحرير أنماط نص الشكل الرئيسي</a:t>
            </a:r>
          </a:p>
          <a:p>
            <a:pPr lvl="1" rtl="0"/>
            <a:r>
              <a:rPr lang="ar-SA"/>
              <a:t>المستوى الثاني</a:t>
            </a:r>
          </a:p>
          <a:p>
            <a:pPr lvl="2" rtl="0"/>
            <a:r>
              <a:rPr lang="ar-SA"/>
              <a:t>المستوى الثالث</a:t>
            </a:r>
          </a:p>
          <a:p>
            <a:pPr lvl="3" rtl="0"/>
            <a:r>
              <a:rPr lang="ar-SA"/>
              <a:t>المستوى الرابع</a:t>
            </a:r>
          </a:p>
          <a:p>
            <a:pPr lvl="4" rtl="0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010D17-85D8-40AF-A827-D3D53BD21CF7}" type="datetime1">
              <a:rPr lang="en-US" smtClean="0"/>
              <a:t>3/29/2025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ar-SA"/>
              <a:t>انقر لتحرير أنماط نص الشكل الرئيسي</a:t>
            </a:r>
          </a:p>
          <a:p>
            <a:pPr lvl="1" rtl="0"/>
            <a:r>
              <a:rPr lang="ar-SA"/>
              <a:t>المستوى الثاني</a:t>
            </a:r>
          </a:p>
          <a:p>
            <a:pPr lvl="2" rtl="0"/>
            <a:r>
              <a:rPr lang="ar-SA"/>
              <a:t>المستوى الثالث</a:t>
            </a:r>
          </a:p>
          <a:p>
            <a:pPr lvl="3" rtl="0"/>
            <a:r>
              <a:rPr lang="ar-SA"/>
              <a:t>المستوى الرابع</a:t>
            </a:r>
          </a:p>
          <a:p>
            <a:pPr lvl="4" rtl="0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5601AA8C-C1C6-4293-BB33-7DEFE4232294}" type="datetime1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ngroup.com/articles/ten-usability-heuristics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07910"/>
            <a:ext cx="6253317" cy="3787722"/>
          </a:xfrm>
        </p:spPr>
        <p:txBody>
          <a:bodyPr rtlCol="0">
            <a:noAutofit/>
          </a:bodyPr>
          <a:lstStyle/>
          <a:p>
            <a:r>
              <a:rPr lang="en-US" sz="3000" b="1"/>
              <a:t>Title:</a:t>
            </a:r>
            <a:r>
              <a:rPr lang="en-US" sz="3000"/>
              <a:t> User Experience Evaluation of Tasty BYTES App</a:t>
            </a:r>
            <a:br>
              <a:rPr lang="en-US" sz="3000"/>
            </a:br>
            <a:br>
              <a:rPr lang="en-US" sz="3000"/>
            </a:br>
            <a:r>
              <a:rPr lang="en-US" sz="3000" b="1"/>
              <a:t>Module:</a:t>
            </a:r>
            <a:r>
              <a:rPr lang="en-US" sz="3000"/>
              <a:t> CO2722 - User Experience</a:t>
            </a:r>
            <a:br>
              <a:rPr lang="en-US" sz="3000"/>
            </a:br>
            <a:br>
              <a:rPr lang="en-US" sz="3000"/>
            </a:br>
            <a:r>
              <a:rPr lang="en-US" sz="3000" b="1"/>
              <a:t>Student Name:</a:t>
            </a:r>
            <a:r>
              <a:rPr lang="en-US" sz="3000"/>
              <a:t> Youssef Elseisi</a:t>
            </a:r>
            <a:br>
              <a:rPr lang="en-US" sz="3000"/>
            </a:br>
            <a:br>
              <a:rPr lang="en-US" sz="3000"/>
            </a:br>
            <a:r>
              <a:rPr lang="en-US" sz="3000" b="1"/>
              <a:t>Academic Year:</a:t>
            </a:r>
            <a:r>
              <a:rPr lang="en-US" sz="3000"/>
              <a:t> 2024-2025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686560"/>
            <a:ext cx="10698480" cy="2964560"/>
          </a:xfrm>
        </p:spPr>
        <p:txBody>
          <a:bodyPr rtlCol="0" anchor="ctr">
            <a:normAutofit fontScale="90000"/>
          </a:bodyPr>
          <a:lstStyle/>
          <a:p>
            <a:pPr lvl="0" rtl="0"/>
            <a:r>
              <a:rPr lang="en-US" sz="3000" b="1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 of Evaluation: </a:t>
            </a:r>
            <a:r>
              <a:rPr lang="en-US" sz="30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assess usability using key metrics: Effectiveness, Efficiency, and Satisfaction.</a:t>
            </a:r>
            <a:br>
              <a:rPr lang="en-US" sz="30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0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Objectives: </a:t>
            </a:r>
            <a:r>
              <a:rPr lang="en-US" sz="30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UX deficiencies, analyze user feedback, and propose data-driven improvements.</a:t>
            </a:r>
            <a:br>
              <a:rPr lang="en-US" sz="30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0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 Used: </a:t>
            </a:r>
            <a:r>
              <a:rPr lang="en-US" sz="3000" i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testing, SUS survey, and task performance tracking.</a:t>
            </a:r>
            <a:endParaRPr lang="en-gb" sz="3000" i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396969-59F7-F378-C4FD-5AAFD3DD464C}"/>
              </a:ext>
            </a:extLst>
          </p:cNvPr>
          <p:cNvSpPr txBox="1">
            <a:spLocks/>
          </p:cNvSpPr>
          <p:nvPr/>
        </p:nvSpPr>
        <p:spPr>
          <a:xfrm>
            <a:off x="1249680" y="314960"/>
            <a:ext cx="100584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500" b="1" u="sng">
                <a:solidFill>
                  <a:schemeClr val="bg1"/>
                </a:solidFill>
                <a:latin typeface="Arial Black" panose="020B0A04020102020204" pitchFamily="34" charset="0"/>
              </a:rPr>
              <a:t>Introduction</a:t>
            </a:r>
            <a:endParaRPr lang="en-GB" sz="3500" u="sng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0EF68-7A48-A94A-BC0A-6104E7B7FB68}"/>
              </a:ext>
            </a:extLst>
          </p:cNvPr>
          <p:cNvSpPr txBox="1"/>
          <p:nvPr/>
        </p:nvSpPr>
        <p:spPr>
          <a:xfrm>
            <a:off x="306614" y="5268686"/>
            <a:ext cx="10998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Key evaluation aspects:</a:t>
            </a:r>
            <a:r>
              <a:rPr lang="en-US">
                <a:solidFill>
                  <a:srgbClr val="FFFFFF"/>
                </a:solidFill>
              </a:rPr>
              <a:t> The usability assessment includes </a:t>
            </a:r>
            <a:r>
              <a:rPr lang="en-US" b="1">
                <a:solidFill>
                  <a:srgbClr val="FFFFFF"/>
                </a:solidFill>
              </a:rPr>
              <a:t>user testing</a:t>
            </a:r>
            <a:r>
              <a:rPr lang="en-US">
                <a:solidFill>
                  <a:srgbClr val="FFFFFF"/>
                </a:solidFill>
              </a:rPr>
              <a:t>, an </a:t>
            </a:r>
            <a:r>
              <a:rPr lang="en-US" b="1">
                <a:solidFill>
                  <a:srgbClr val="FFFFFF"/>
                </a:solidFill>
              </a:rPr>
              <a:t>SUS survey</a:t>
            </a:r>
            <a:r>
              <a:rPr lang="en-US">
                <a:solidFill>
                  <a:srgbClr val="FFFFFF"/>
                </a:solidFill>
              </a:rPr>
              <a:t>, and </a:t>
            </a:r>
            <a:r>
              <a:rPr lang="en-US" b="1">
                <a:solidFill>
                  <a:srgbClr val="FFFFFF"/>
                </a:solidFill>
              </a:rPr>
              <a:t>task performance tracking</a:t>
            </a:r>
            <a:r>
              <a:rPr lang="en-US">
                <a:solidFill>
                  <a:srgbClr val="FFFFFF"/>
                </a:solidFill>
              </a:rPr>
              <a:t> to measure efficiency, effectiveness, and satisfaction (Sauro &amp; Lewis, 2016).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5B821-6082-9207-ED02-5D3AFE946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EA93608-8FE4-3E7D-147F-77158722D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73D21-2AA6-F0B2-2257-27759FAD7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209040"/>
            <a:ext cx="10058400" cy="364744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Participants: </a:t>
            </a:r>
            <a: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students with varying levels of experience using food delivery apps.</a:t>
            </a:r>
            <a:b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Scenarios: </a:t>
            </a:r>
            <a: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Ordering food, checking order history, canceling an item, and navigating the map.</a:t>
            </a:r>
            <a:b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Metrics: </a:t>
            </a:r>
            <a: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completion rate, time taken per task, and SUS scoring.</a:t>
            </a:r>
            <a:endParaRPr lang="en-gb" sz="3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5488534-31DB-EAE9-1F86-AA1A9B5DF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150D27-4B64-974E-2EC6-40C853D83C75}"/>
              </a:ext>
            </a:extLst>
          </p:cNvPr>
          <p:cNvSpPr txBox="1">
            <a:spLocks/>
          </p:cNvSpPr>
          <p:nvPr/>
        </p:nvSpPr>
        <p:spPr>
          <a:xfrm>
            <a:off x="1249680" y="314960"/>
            <a:ext cx="100584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500" b="1" u="sng">
                <a:solidFill>
                  <a:schemeClr val="bg1"/>
                </a:solidFill>
                <a:latin typeface="Arial Black" panose="020B0A04020102020204" pitchFamily="34" charset="0"/>
              </a:rPr>
              <a:t>Evaluation Plan</a:t>
            </a:r>
            <a:endParaRPr lang="en-GB" sz="3500" u="sng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56EE3-311C-C3E4-024B-A927C3B61759}"/>
              </a:ext>
            </a:extLst>
          </p:cNvPr>
          <p:cNvSpPr txBox="1"/>
          <p:nvPr/>
        </p:nvSpPr>
        <p:spPr>
          <a:xfrm>
            <a:off x="515257" y="5304971"/>
            <a:ext cx="107986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solidFill>
                  <a:schemeClr val="bg1"/>
                </a:solidFill>
                <a:ea typeface="+mn-lt"/>
                <a:cs typeface="+mn-lt"/>
              </a:rPr>
              <a:t>Participants performed key tasks</a:t>
            </a:r>
            <a:r>
              <a:rPr lang="en-GB">
                <a:solidFill>
                  <a:schemeClr val="bg1"/>
                </a:solidFill>
                <a:ea typeface="+mn-lt"/>
                <a:cs typeface="+mn-lt"/>
              </a:rPr>
              <a:t> such as ordering food, checking order history, cancelling an item, and using the map. Their success rates and feedback were recorded (Lazar, Feng, &amp; Hochheiser, 2017).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507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91A80-7A01-9FEC-98B5-C61F8B47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9635D9A6-135C-F4F9-7BD7-DC377E39F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649DC-E41B-79E7-C57D-F0008CDD9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4080" y="1602859"/>
            <a:ext cx="9438640" cy="3080901"/>
          </a:xfrm>
        </p:spPr>
        <p:txBody>
          <a:bodyPr rtlCol="0" anchor="ctr">
            <a:noAutofit/>
          </a:bodyPr>
          <a:lstStyle/>
          <a:p>
            <a:pPr marL="514350" lvl="0" indent="-514350" rtl="0"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Success Rates:</a:t>
            </a:r>
            <a:b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Ordering food: 100%</a:t>
            </a:r>
            <a:b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Viewing order history: 80%</a:t>
            </a:r>
            <a:b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Cancelling an order: 100%</a:t>
            </a:r>
            <a:b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Navigating to vendor: 85%</a:t>
            </a:r>
            <a:b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Effectiveness Score: 91.25%</a:t>
            </a:r>
            <a:endParaRPr lang="en-gb" sz="2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EFBF8B0-9101-E863-9178-513F68284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AD719EDC-78AD-C703-00AF-8769029443D0}"/>
              </a:ext>
            </a:extLst>
          </p:cNvPr>
          <p:cNvSpPr txBox="1"/>
          <p:nvPr/>
        </p:nvSpPr>
        <p:spPr>
          <a:xfrm>
            <a:off x="822960" y="216654"/>
            <a:ext cx="102717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300" u="sng">
                <a:solidFill>
                  <a:schemeClr val="bg1"/>
                </a:solidFill>
                <a:latin typeface="Arial Black" panose="020B0A04020102020204" pitchFamily="34" charset="0"/>
              </a:rPr>
              <a:t>Data Analysis – Task Completion &amp; Efficiency</a:t>
            </a:r>
            <a:endParaRPr lang="en-GB" sz="3300" u="sng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68EA4191-F5CC-8551-8ACD-ABC53224B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560" y="1670850"/>
            <a:ext cx="5677898" cy="30809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2844B2-CD25-9AE1-5BD4-C44EB810D682}"/>
              </a:ext>
            </a:extLst>
          </p:cNvPr>
          <p:cNvSpPr txBox="1"/>
          <p:nvPr/>
        </p:nvSpPr>
        <p:spPr>
          <a:xfrm>
            <a:off x="533400" y="5431971"/>
            <a:ext cx="108439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solidFill>
                  <a:schemeClr val="bg1"/>
                </a:solidFill>
                <a:ea typeface="+mn-lt"/>
                <a:cs typeface="+mn-lt"/>
              </a:rPr>
              <a:t>Task success rates indicate high usability, but navigation and discoverability issues were noted, especially regarding the map button</a:t>
            </a:r>
            <a:r>
              <a:rPr lang="en-GB">
                <a:solidFill>
                  <a:schemeClr val="bg1"/>
                </a:solidFill>
                <a:ea typeface="+mn-lt"/>
                <a:cs typeface="+mn-lt"/>
              </a:rPr>
              <a:t> (Nielsen, 1994).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031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3FB9E-7E74-327D-9B98-5BE34853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9F4857D6-D334-0E2A-ADAF-CC876CF5E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6F842-EAD9-954B-4C6E-0D3A6B086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840" y="1320800"/>
            <a:ext cx="6421120" cy="1727200"/>
          </a:xfrm>
        </p:spPr>
        <p:txBody>
          <a:bodyPr rtlCol="0" anchor="ctr">
            <a:normAutofit/>
          </a:bodyPr>
          <a:lstStyle/>
          <a:p>
            <a:pPr lvl="0" algn="ctr" rtl="0"/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Participant SUS Scores: </a:t>
            </a:r>
            <a: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62.5 - 90.0</a:t>
            </a:r>
            <a:b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SUS Score: </a:t>
            </a:r>
            <a: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77.5</a:t>
            </a:r>
            <a:endParaRPr lang="en-gb" sz="3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B3ECB03-C323-D7B3-8E4F-0983536D8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F6FEF266-173D-AEFF-51DF-0E11FC6928F0}"/>
              </a:ext>
            </a:extLst>
          </p:cNvPr>
          <p:cNvSpPr txBox="1"/>
          <p:nvPr/>
        </p:nvSpPr>
        <p:spPr>
          <a:xfrm>
            <a:off x="1569720" y="344929"/>
            <a:ext cx="9525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500" u="sng">
                <a:solidFill>
                  <a:schemeClr val="bg1"/>
                </a:solidFill>
                <a:latin typeface="Arial Black" panose="020B0A04020102020204" pitchFamily="34" charset="0"/>
              </a:rPr>
              <a:t>System Usability Scale (SUS) Results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45B218E1-E93E-EF5B-A67B-F40552F62346}"/>
              </a:ext>
            </a:extLst>
          </p:cNvPr>
          <p:cNvSpPr txBox="1"/>
          <p:nvPr/>
        </p:nvSpPr>
        <p:spPr>
          <a:xfrm>
            <a:off x="284480" y="3331086"/>
            <a:ext cx="6421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Interpretation: </a:t>
            </a:r>
            <a:r>
              <a:rPr lang="en-US" sz="27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Above average usability but with room for improvement.</a:t>
            </a:r>
            <a:endParaRPr lang="en-GB" sz="2700"/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65CD0825-5C47-F24D-C70B-FAF3B2FDB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073" y="1212984"/>
            <a:ext cx="5394960" cy="36700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44219A-0D8B-8EAC-C021-9690FB8ED69C}"/>
              </a:ext>
            </a:extLst>
          </p:cNvPr>
          <p:cNvSpPr txBox="1"/>
          <p:nvPr/>
        </p:nvSpPr>
        <p:spPr>
          <a:xfrm>
            <a:off x="243114" y="5377543"/>
            <a:ext cx="11379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SUS results show an above-average usability score (77.5), but areas for improvement include clearer feedback and enhanced navigation</a:t>
            </a:r>
            <a:r>
              <a:rPr lang="en-US">
                <a:solidFill>
                  <a:schemeClr val="bg1"/>
                </a:solidFill>
              </a:rPr>
              <a:t> (Sauro &amp; Lewis, 2016).</a:t>
            </a:r>
          </a:p>
        </p:txBody>
      </p:sp>
    </p:spTree>
    <p:extLst>
      <p:ext uri="{BB962C8B-B14F-4D97-AF65-F5344CB8AC3E}">
        <p14:creationId xmlns:p14="http://schemas.microsoft.com/office/powerpoint/2010/main" val="1600860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B4E1CD-4CD9-E69C-0BD5-DA0C70601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6DB6FB9-8F39-A331-38E3-19D52DA6B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366FB-A3C4-5E5B-6E86-6F8F8E1E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0800"/>
            <a:ext cx="9022080" cy="3525520"/>
          </a:xfrm>
        </p:spPr>
        <p:txBody>
          <a:bodyPr rtlCol="0" anchor="ctr">
            <a:normAutofit/>
          </a:bodyPr>
          <a:lstStyle/>
          <a:p>
            <a:pPr lvl="0" algn="ctr" rtl="0"/>
            <a: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 &amp; Discoverability</a:t>
            </a:r>
            <a:r>
              <a:rPr lang="en-US" sz="23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Users struggled to locate the map button.</a:t>
            </a:r>
            <a:b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 Management &amp; Feedback: </a:t>
            </a:r>
            <a:r>
              <a:rPr lang="en-US" sz="23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clear feedback on order cancellations.</a:t>
            </a:r>
            <a:b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Basket Functionality: </a:t>
            </a:r>
            <a:r>
              <a:rPr lang="en-US" sz="23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wanted a quick delete option for items.</a:t>
            </a:r>
            <a:endParaRPr lang="en-gb" sz="23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C8983A-D031-4B16-2574-E7268EAFB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281BB454-CA1B-DB98-6AE0-4B73C7C011A3}"/>
              </a:ext>
            </a:extLst>
          </p:cNvPr>
          <p:cNvSpPr txBox="1"/>
          <p:nvPr/>
        </p:nvSpPr>
        <p:spPr>
          <a:xfrm>
            <a:off x="1569720" y="344929"/>
            <a:ext cx="9525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500" u="sng">
                <a:solidFill>
                  <a:schemeClr val="bg1"/>
                </a:solidFill>
                <a:latin typeface="Arial Black" panose="020B0A04020102020204" pitchFamily="34" charset="0"/>
              </a:rPr>
              <a:t>Key Usability Issues Identified</a:t>
            </a: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E3293A42-6518-C519-1A31-E8746EE89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183" y="991672"/>
            <a:ext cx="1816193" cy="38546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21F509-7D7F-E89B-40E7-8C6B9E94057A}"/>
              </a:ext>
            </a:extLst>
          </p:cNvPr>
          <p:cNvSpPr txBox="1"/>
          <p:nvPr/>
        </p:nvSpPr>
        <p:spPr>
          <a:xfrm>
            <a:off x="379186" y="5431972"/>
            <a:ext cx="1081677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Key usability issues:</a:t>
            </a:r>
            <a:r>
              <a:rPr lang="en-US">
                <a:solidFill>
                  <a:schemeClr val="bg1"/>
                </a:solidFill>
              </a:rPr>
              <a:t> Difficulty finding the map button, unclear order cancellation feedback, and lack of a quick delete option in the cart (Nielsen, 1994).</a:t>
            </a:r>
          </a:p>
        </p:txBody>
      </p:sp>
    </p:spTree>
    <p:extLst>
      <p:ext uri="{BB962C8B-B14F-4D97-AF65-F5344CB8AC3E}">
        <p14:creationId xmlns:p14="http://schemas.microsoft.com/office/powerpoint/2010/main" val="254328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F8A51-B29F-8BE3-E8D2-F8842D32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254EB94A-711B-6FB6-3365-3667B7298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2CD20-D269-9524-A219-1D87E4B99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625600"/>
            <a:ext cx="9235440" cy="1117600"/>
          </a:xfrm>
        </p:spPr>
        <p:txBody>
          <a:bodyPr rtlCol="0" anchor="ctr">
            <a:normAutofit fontScale="90000"/>
          </a:bodyPr>
          <a:lstStyle/>
          <a:p>
            <a:pPr marL="457200" lvl="0" indent="-457200" algn="ctr" rtl="0">
              <a:buFont typeface="Arial" panose="020B0604020202020204" pitchFamily="34" charset="0"/>
              <a:buChar char="•"/>
            </a:pPr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 the map button to a more prominent location.</a:t>
            </a:r>
            <a:b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3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3B05FE0-B7B0-1977-E2E6-0AD8E9945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157452-49A1-8420-C9DA-B60E0314E737}"/>
              </a:ext>
            </a:extLst>
          </p:cNvPr>
          <p:cNvSpPr txBox="1">
            <a:spLocks/>
          </p:cNvSpPr>
          <p:nvPr/>
        </p:nvSpPr>
        <p:spPr>
          <a:xfrm>
            <a:off x="396240" y="2245360"/>
            <a:ext cx="9560560" cy="1381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 confirmation pop-up for order cancellations.</a:t>
            </a:r>
            <a:br>
              <a:rPr lang="en-US" sz="2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7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0AC37E-4DE4-FF04-321A-17F96B588224}"/>
              </a:ext>
            </a:extLst>
          </p:cNvPr>
          <p:cNvSpPr txBox="1">
            <a:spLocks/>
          </p:cNvSpPr>
          <p:nvPr/>
        </p:nvSpPr>
        <p:spPr>
          <a:xfrm>
            <a:off x="457200" y="2692400"/>
            <a:ext cx="9560560" cy="1381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a quick delete button for items in the cart.</a:t>
            </a:r>
            <a:endParaRPr lang="en-gb" sz="27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F4E71101-B81F-D351-7BB9-E70F123C5981}"/>
              </a:ext>
            </a:extLst>
          </p:cNvPr>
          <p:cNvSpPr txBox="1"/>
          <p:nvPr/>
        </p:nvSpPr>
        <p:spPr>
          <a:xfrm>
            <a:off x="1569720" y="344929"/>
            <a:ext cx="9525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500" u="sng">
                <a:solidFill>
                  <a:schemeClr val="bg1"/>
                </a:solidFill>
                <a:latin typeface="Arial Black" panose="020B0A04020102020204" pitchFamily="34" charset="0"/>
              </a:rPr>
              <a:t>Design Recommendations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3EBDE-2510-3527-793E-18FA7384D7D3}"/>
              </a:ext>
            </a:extLst>
          </p:cNvPr>
          <p:cNvSpPr txBox="1"/>
          <p:nvPr/>
        </p:nvSpPr>
        <p:spPr>
          <a:xfrm>
            <a:off x="324757" y="5395686"/>
            <a:ext cx="111070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Proposed design changes:</a:t>
            </a:r>
            <a:r>
              <a:rPr lang="en-US">
                <a:solidFill>
                  <a:schemeClr val="bg1"/>
                </a:solidFill>
              </a:rPr>
              <a:t> Repositioning the map button, adding a confirmation pop-up for cancellations, and implementing a quick</a:t>
            </a:r>
            <a:r>
              <a:rPr lang="en-US"/>
              <a:t> delete option (Nielsen, 1994).</a:t>
            </a:r>
          </a:p>
        </p:txBody>
      </p:sp>
    </p:spTree>
    <p:extLst>
      <p:ext uri="{BB962C8B-B14F-4D97-AF65-F5344CB8AC3E}">
        <p14:creationId xmlns:p14="http://schemas.microsoft.com/office/powerpoint/2010/main" val="284636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DAFC9-B672-0647-F930-730F6074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DC70E570-95D1-D215-F40F-272A4ED0B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866CD-AE63-FFFE-17D9-321FFF543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9561" y="834435"/>
            <a:ext cx="8256693" cy="853441"/>
          </a:xfrm>
        </p:spPr>
        <p:txBody>
          <a:bodyPr rtlCol="0" anchor="ctr">
            <a:normAutofit/>
          </a:bodyPr>
          <a:lstStyle/>
          <a:p>
            <a:pPr marL="457200" lvl="0" indent="-457200" algn="ctr" rtl="0">
              <a:buFont typeface="Arial" panose="020B0604020202020204" pitchFamily="34" charset="0"/>
              <a:buChar char="•"/>
            </a:pPr>
            <a: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and after screenshots of changes.</a:t>
            </a:r>
            <a:endParaRPr lang="en-gb" sz="23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72E1AC5-3F21-F6E0-1ACA-AB4228574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57B6B0-AD8F-C902-A1E2-D1572B53B4C6}"/>
              </a:ext>
            </a:extLst>
          </p:cNvPr>
          <p:cNvSpPr txBox="1">
            <a:spLocks/>
          </p:cNvSpPr>
          <p:nvPr/>
        </p:nvSpPr>
        <p:spPr>
          <a:xfrm>
            <a:off x="1691106" y="1360212"/>
            <a:ext cx="8879840" cy="853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 prototype reflecting recommendations.</a:t>
            </a:r>
            <a:endParaRPr lang="en-gb" sz="23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BA103582-2AC4-6983-7405-06D5B870694E}"/>
              </a:ext>
            </a:extLst>
          </p:cNvPr>
          <p:cNvSpPr txBox="1"/>
          <p:nvPr/>
        </p:nvSpPr>
        <p:spPr>
          <a:xfrm>
            <a:off x="675640" y="163567"/>
            <a:ext cx="111506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500" u="sng">
                <a:solidFill>
                  <a:schemeClr val="bg1"/>
                </a:solidFill>
                <a:latin typeface="Arial Black" panose="020B0A04020102020204" pitchFamily="34" charset="0"/>
              </a:rPr>
              <a:t>Prototype Updates (Optional for 80+ marks)</a:t>
            </a: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2E8DCA3A-4CCF-B82C-18C5-3D81009E0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75" y="2297157"/>
            <a:ext cx="2768058" cy="2630683"/>
          </a:xfrm>
          <a:prstGeom prst="rect">
            <a:avLst/>
          </a:prstGeom>
        </p:spPr>
      </p:pic>
      <p:pic>
        <p:nvPicPr>
          <p:cNvPr id="10" name="صورة 9">
            <a:extLst>
              <a:ext uri="{FF2B5EF4-FFF2-40B4-BE49-F238E27FC236}">
                <a16:creationId xmlns:a16="http://schemas.microsoft.com/office/drawing/2014/main" id="{AF868E4B-1315-5C17-4925-A490E13B7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8" y="2372597"/>
            <a:ext cx="4121362" cy="2555243"/>
          </a:xfrm>
          <a:prstGeom prst="rect">
            <a:avLst/>
          </a:prstGeom>
        </p:spPr>
      </p:pic>
      <p:pic>
        <p:nvPicPr>
          <p:cNvPr id="12" name="صورة 11">
            <a:extLst>
              <a:ext uri="{FF2B5EF4-FFF2-40B4-BE49-F238E27FC236}">
                <a16:creationId xmlns:a16="http://schemas.microsoft.com/office/drawing/2014/main" id="{C7A1D3CA-6EE1-F5CC-55B7-1C8A2CA7D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028" y="2213652"/>
            <a:ext cx="1549415" cy="2714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FA353D-C472-7B72-0B35-B6F5B54961BA}"/>
              </a:ext>
            </a:extLst>
          </p:cNvPr>
          <p:cNvSpPr txBox="1"/>
          <p:nvPr/>
        </p:nvSpPr>
        <p:spPr>
          <a:xfrm>
            <a:off x="460829" y="5431972"/>
            <a:ext cx="112794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Prototype updates in Figma</a:t>
            </a:r>
            <a:r>
              <a:rPr lang="en-US">
                <a:solidFill>
                  <a:schemeClr val="bg1"/>
                </a:solidFill>
              </a:rPr>
              <a:t> demonstrate the before-and-after changes, reinforcing the importance of usability improvements (Lazar, Feng, &amp; Hochheiser, 2017).</a:t>
            </a:r>
          </a:p>
        </p:txBody>
      </p:sp>
    </p:spTree>
    <p:extLst>
      <p:ext uri="{BB962C8B-B14F-4D97-AF65-F5344CB8AC3E}">
        <p14:creationId xmlns:p14="http://schemas.microsoft.com/office/powerpoint/2010/main" val="2486739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1004E1-CF6F-BF72-15C0-626B6E26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5CE94BA-4161-1802-AF1C-F0E229D31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1C76C-D20D-B04E-F966-07AEC5C3F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" y="1056640"/>
            <a:ext cx="11470640" cy="3586480"/>
          </a:xfrm>
        </p:spPr>
        <p:txBody>
          <a:bodyPr rtlCol="0" anchor="ctr">
            <a:normAutofit/>
          </a:bodyPr>
          <a:lstStyle/>
          <a:p>
            <a:pPr lvl="0" algn="ctr" rtl="0"/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Takeaways: </a:t>
            </a:r>
            <a: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app has strong usability but requires refinements in navigation and user feedback.</a:t>
            </a:r>
            <a:b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Future Improvements: </a:t>
            </a:r>
            <a: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 another round of user testing after implementing changes.</a:t>
            </a:r>
            <a:b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Learnings: </a:t>
            </a:r>
            <a:r>
              <a:rPr lang="en-US" sz="3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iterative testing in UX design.</a:t>
            </a:r>
            <a:endParaRPr lang="en-gb" sz="3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FABB901-A5F7-21E6-CB3B-D6457C405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2B4924E5-D64C-1A7A-5EA1-1EE0C99A9B24}"/>
              </a:ext>
            </a:extLst>
          </p:cNvPr>
          <p:cNvSpPr txBox="1"/>
          <p:nvPr/>
        </p:nvSpPr>
        <p:spPr>
          <a:xfrm>
            <a:off x="1569720" y="344929"/>
            <a:ext cx="9525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500" u="sng">
                <a:solidFill>
                  <a:schemeClr val="bg1"/>
                </a:solidFill>
                <a:latin typeface="Arial Black" panose="020B0A04020102020204" pitchFamily="34" charset="0"/>
              </a:rPr>
              <a:t>Conclusion &amp; 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153F3-6D62-4047-DF86-A490C9F11BDC}"/>
              </a:ext>
            </a:extLst>
          </p:cNvPr>
          <p:cNvSpPr txBox="1"/>
          <p:nvPr/>
        </p:nvSpPr>
        <p:spPr>
          <a:xfrm>
            <a:off x="306614" y="5450114"/>
            <a:ext cx="11306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Final recommendations:</a:t>
            </a:r>
            <a:r>
              <a:rPr lang="en-US">
                <a:solidFill>
                  <a:schemeClr val="bg1"/>
                </a:solidFill>
              </a:rPr>
              <a:t> Conduct additional usability testing after implementing changes to further refine the user experience (Lazar, Feng, &amp; Hochheiser, 2017).</a:t>
            </a:r>
          </a:p>
        </p:txBody>
      </p:sp>
    </p:spTree>
    <p:extLst>
      <p:ext uri="{BB962C8B-B14F-4D97-AF65-F5344CB8AC3E}">
        <p14:creationId xmlns:p14="http://schemas.microsoft.com/office/powerpoint/2010/main" val="2336651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A8FF4-C018-5392-3AB2-C612D5F3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5012B332-0BB4-3A1E-EA1E-92895D9EC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09EBCF-6F6C-E626-512A-D21F10D9E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" y="1168400"/>
            <a:ext cx="11470640" cy="3596640"/>
          </a:xfrm>
        </p:spPr>
        <p:txBody>
          <a:bodyPr rtlCol="0" anchor="ctr">
            <a:normAutofit/>
          </a:bodyPr>
          <a:lstStyle/>
          <a:p>
            <a:pPr algn="ctr"/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Lazar, J., Feng, J.H., and Hochheiser, H. (2017) Research methods in human-computer interaction. 2nd </a:t>
            </a:r>
            <a:r>
              <a:rPr lang="en-GB" sz="2000" dirty="0" err="1">
                <a:solidFill>
                  <a:srgbClr val="FFFFFF"/>
                </a:solidFill>
                <a:latin typeface="Arial"/>
                <a:cs typeface="Arial"/>
              </a:rPr>
              <a:t>edn</a:t>
            </a: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. Cambridge: Morgan Kaufmann.</a:t>
            </a:r>
            <a:b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Sauro, J. and Lewis, J.R. (2016) Quantifying the user experience. 2nd </a:t>
            </a:r>
            <a:r>
              <a:rPr lang="en-GB" sz="2000" dirty="0" err="1">
                <a:solidFill>
                  <a:srgbClr val="FFFFFF"/>
                </a:solidFill>
                <a:latin typeface="Arial"/>
                <a:cs typeface="Arial"/>
              </a:rPr>
              <a:t>edn</a:t>
            </a: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. Cambridge: Morgan </a:t>
            </a:r>
            <a:r>
              <a:rPr lang="en-GB" sz="2000" dirty="0" err="1">
                <a:solidFill>
                  <a:srgbClr val="FFFFFF"/>
                </a:solidFill>
                <a:latin typeface="Arial"/>
                <a:cs typeface="Arial"/>
              </a:rPr>
              <a:t>Kaufmann.Nielsen</a:t>
            </a: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, J. (1994) 10 usability heuristics for user interface design.</a:t>
            </a:r>
            <a:b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 Nielsen Norman Group. Available at: </a:t>
            </a: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  <a:hlinkClick r:id="rId2"/>
              </a:rPr>
              <a:t>https://www.nngroup.com/articles/ten-usability-heuristics/</a:t>
            </a: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  [Accessed March 2025].</a:t>
            </a:r>
            <a:b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2000" dirty="0">
                <a:latin typeface="Arial"/>
                <a:cs typeface="Arial"/>
              </a:rPr>
            </a:b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Norman, D. (2013) The design of everyday things. </a:t>
            </a:r>
            <a:r>
              <a:rPr lang="en-GB" sz="2000">
                <a:solidFill>
                  <a:srgbClr val="FFFFFF"/>
                </a:solidFill>
                <a:latin typeface="Arial"/>
                <a:cs typeface="Arial"/>
              </a:rPr>
              <a:t>Revised and expanded </a:t>
            </a:r>
            <a:r>
              <a:rPr lang="en-GB" sz="2000" dirty="0" err="1">
                <a:solidFill>
                  <a:srgbClr val="FFFFFF"/>
                </a:solidFill>
                <a:latin typeface="Arial"/>
                <a:cs typeface="Arial"/>
              </a:rPr>
              <a:t>edn</a:t>
            </a:r>
            <a:r>
              <a:rPr lang="en-GB" sz="2000" dirty="0">
                <a:solidFill>
                  <a:srgbClr val="FFFFFF"/>
                </a:solidFill>
                <a:latin typeface="Arial"/>
                <a:cs typeface="Arial"/>
              </a:rPr>
              <a:t>. New York: Basic Books.</a:t>
            </a:r>
            <a:b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200" dirty="0">
              <a:solidFill>
                <a:schemeClr val="tx1"/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22B98E1-9689-474B-C4D0-2618D3205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F6C949C3-7CEC-826F-3745-EC4A73E2CD1E}"/>
              </a:ext>
            </a:extLst>
          </p:cNvPr>
          <p:cNvSpPr txBox="1"/>
          <p:nvPr/>
        </p:nvSpPr>
        <p:spPr>
          <a:xfrm>
            <a:off x="1569720" y="344929"/>
            <a:ext cx="9525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500" u="sng">
                <a:solidFill>
                  <a:schemeClr val="bg1"/>
                </a:solidFill>
                <a:latin typeface="Arial Black" panose="020B0A04020102020204" pitchFamily="34" charset="0"/>
              </a:rPr>
              <a:t> Key 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086BA-B7B3-75B7-9F64-255AEDD932CC}"/>
              </a:ext>
            </a:extLst>
          </p:cNvPr>
          <p:cNvSpPr txBox="1"/>
          <p:nvPr/>
        </p:nvSpPr>
        <p:spPr>
          <a:xfrm>
            <a:off x="252187" y="5332186"/>
            <a:ext cx="1159691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200" b="1" dirty="0">
                <a:solidFill>
                  <a:schemeClr val="bg1"/>
                </a:solidFill>
                <a:latin typeface="Bodoni MT"/>
              </a:rPr>
              <a:t>Note</a:t>
            </a:r>
            <a:r>
              <a:rPr lang="en-GB" sz="2200" dirty="0">
                <a:solidFill>
                  <a:schemeClr val="bg1"/>
                </a:solidFill>
                <a:latin typeface="Bodoni MT"/>
              </a:rPr>
              <a:t>: These are the most vital references used in my evaluation. For a full list of references, please refer to my report.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183071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145_TF56160789" id="{7406F58C-9744-47DE-91FA-E6DFDEC87FF1}" vid="{435CA12C-F27D-40DC-9B93-0415F0C54E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{81776266-CC28-4A3F-9185-356C72242A5A}tf56160789_win32</Template>
  <TotalTime>0</TotalTime>
  <Words>760</Words>
  <Application>Microsoft Office PowerPoint</Application>
  <PresentationFormat>شاشة عريضة</PresentationFormat>
  <Paragraphs>32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Bodoni MT</vt:lpstr>
      <vt:lpstr>Bookman Old Style</vt:lpstr>
      <vt:lpstr>Calibri</vt:lpstr>
      <vt:lpstr>Franklin Gothic Book</vt:lpstr>
      <vt:lpstr>1_RetrospectVTI</vt:lpstr>
      <vt:lpstr>Title: User Experience Evaluation of Tasty BYTES App  Module: CO2722 - User Experience  Student Name: Youssef Elseisi  Academic Year: 2024-2025</vt:lpstr>
      <vt:lpstr>Purpose of Evaluation: To assess usability using key metrics: Effectiveness, Efficiency, and Satisfaction.  Objectives: Identify UX deficiencies, analyze user feedback, and propose data-driven improvements.  Method Used: User testing, SUS survey, and task performance tracking.</vt:lpstr>
      <vt:lpstr>Participants: 5 students with varying levels of experience using food delivery apps.  Task Scenarios: Ordering food, checking order history, canceling an item, and navigating the map.  Evaluation Metrics: Task completion rate, time taken per task, and SUS scoring.</vt:lpstr>
      <vt:lpstr>Task Success Rates:  Ordering food: 100%  Viewing order history: 80%  Cancelling an order: 100%  Navigating to vendor: 85%  Effectiveness Score: 91.25%</vt:lpstr>
      <vt:lpstr>Participant SUS Scores: 62.5 - 90.0  Mean SUS Score: 77.5</vt:lpstr>
      <vt:lpstr>Navigation &amp; Discoverability: Users struggled to locate the map button.  Order Management &amp; Feedback: No clear feedback on order cancellations.  Basket Functionality: Users wanted a quick delete option for items.</vt:lpstr>
      <vt:lpstr>Move the map button to a more prominent location.  </vt:lpstr>
      <vt:lpstr>Before and after screenshots of changes.</vt:lpstr>
      <vt:lpstr>Final Takeaways: The app has strong usability but requires refinements in navigation and user feedback.      Future Improvements: Conduct another round of user testing after implementing changes.  Key Learnings: Importance of iterative testing in UX design.</vt:lpstr>
      <vt:lpstr>Lazar, J., Feng, J.H., and Hochheiser, H. (2017) Research methods in human-computer interaction. 2nd edn. Cambridge: Morgan Kaufmann.  Sauro, J. and Lewis, J.R. (2016) Quantifying the user experience. 2nd edn. Cambridge: Morgan Kaufmann.Nielsen, J. (1994) 10 usability heuristics for user interface design.   Nielsen Norman Group. Available at: https://www.nngroup.com/articles/ten-usability-heuristics/  [Accessed March 2025].  Norman, D. (2013) The design of everyday things. Revised and expanded edn. New York: Basic Books.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Hegazi Youssef Elseisi (Student)</dc:creator>
  <cp:lastModifiedBy>Youssef Hegazi Youssef Elseisi (Student)</cp:lastModifiedBy>
  <cp:revision>1</cp:revision>
  <dcterms:created xsi:type="dcterms:W3CDTF">2025-03-25T04:13:11Z</dcterms:created>
  <dcterms:modified xsi:type="dcterms:W3CDTF">2025-03-29T12:39:26Z</dcterms:modified>
</cp:coreProperties>
</file>